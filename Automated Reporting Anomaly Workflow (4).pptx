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77283"/>
            <a:ext cx="1127760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52166"/>
            <a:ext cx="2690812" cy="31155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462" y="1852166"/>
            <a:ext cx="2690812" cy="31155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1852166"/>
            <a:ext cx="2690812" cy="31155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987" y="1852166"/>
            <a:ext cx="2690812" cy="31155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000"/>
            <a:ext cx="112776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Lato"/>
              </a:rPr>
              <a:t>Automated 24/7 Anomaly Processing Pipeline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5301108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75" y="5301108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Execution Interval: </a:t>
            </a:r>
            <a:r>
              <a:rPr sz="975" b="1" i="0" u="none">
                <a:solidFill>
                  <a:srgbClr val="F8FAFC"/>
                </a:solidFill>
                <a:latin typeface="Lato"/>
              </a:rPr>
              <a:t>Scheduled 24/7 Daemon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612" y="5301108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8262" y="5301108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Security: </a:t>
            </a:r>
            <a:r>
              <a:rPr sz="975" b="1" i="0" u="none">
                <a:solidFill>
                  <a:srgbClr val="F8FAFC"/>
                </a:solidFill>
                <a:latin typeface="Lato"/>
              </a:rPr>
              <a:t>RBAC &amp; Vault Credential Storage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5301108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3075" y="5301108"/>
            <a:ext cx="2171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Channels: </a:t>
            </a:r>
            <a:r>
              <a:rPr sz="975" b="1" i="0" u="none">
                <a:solidFill>
                  <a:srgbClr val="F8FAFC"/>
                </a:solidFill>
                <a:latin typeface="Lato"/>
              </a:rPr>
              <a:t>MS Teams | Webex | Outlook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2112912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7275" y="2099816"/>
            <a:ext cx="1485900" cy="330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Lato"/>
              </a:rPr>
              <a:t>Source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72608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Authentication: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Logs into source system using granted credentials or RBAC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37884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Navigation: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Redirects automatically to the designated reporting interface/page.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031605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Data Fetch: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Triggers report generation and downloads raw data files (CSV, Excel, JSON).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0437" y="2202209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19537" y="2099816"/>
            <a:ext cx="1909762" cy="509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DD4BF"/>
                </a:solidFill>
                <a:latin typeface="Lato"/>
              </a:rPr>
              <a:t>Stagi</a:t>
            </a:r>
            <a:r>
              <a:rPr lang="en-IN" sz="1200" b="1" i="0" u="none" dirty="0">
                <a:solidFill>
                  <a:srgbClr val="2DD4BF"/>
                </a:solidFill>
                <a:latin typeface="Lato"/>
              </a:rPr>
              <a:t>n</a:t>
            </a:r>
            <a:r>
              <a:rPr sz="1200" b="1" i="0" u="none" dirty="0">
                <a:solidFill>
                  <a:srgbClr val="2DD4BF"/>
                </a:solidFill>
                <a:latin typeface="Lato"/>
              </a:rPr>
              <a:t>g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1887" y="2904678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Ingestion: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Loads downloaded files into processing engine (Python pandas, RPA runtime).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1887" y="3557438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Rule Application: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Evaluates records against predefined rules, baseline targets &amp; thresholds.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1887" y="4210198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Anomalies Identification: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Segregates outliers into anomaly categories for targeted routing.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2112912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81800" y="2099816"/>
            <a:ext cx="1539329" cy="330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Lato"/>
              </a:rPr>
              <a:t>One-Time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4150" y="272608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Group Access: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Requests and verifies admin/channel access for target MS Teams groups.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337884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Webhook Creation: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Configures Incoming Webhooks via Power Automate / Teams workflows.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150" y="4031605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Endpoint Mapping: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Securely stores Webhook URLs &amp; credentials in bot's config vault.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4962" y="2112912"/>
            <a:ext cx="304800" cy="304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44062" y="2099816"/>
            <a:ext cx="1638300" cy="330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084FC"/>
                </a:solidFill>
                <a:latin typeface="Lato"/>
              </a:rPr>
              <a:t>Multi-Channel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6412" y="272608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Teams Alerts: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Constructs Adaptive Card payloads and posts to configured Incoming Webhook URL.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6412" y="3378844"/>
            <a:ext cx="21574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8FAFC"/>
                </a:solidFill>
                <a:latin typeface="Lato"/>
              </a:rPr>
              <a:t>Webex / Outlook Fallback:</a:t>
            </a:r>
            <a:r>
              <a:rPr sz="975" b="0" i="0" u="none">
                <a:solidFill>
                  <a:srgbClr val="CBD5E1"/>
                </a:solidFill>
                <a:latin typeface="Lato"/>
              </a:rPr>
              <a:t> Dispatches alerts via Webex API or sends email digests via SMTP/Graph API.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087" y="2193875"/>
            <a:ext cx="18097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7275" y="2371966"/>
            <a:ext cx="1560195" cy="178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Bot Data 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275" y="272608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275" y="337884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75" y="40316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81400" y="2283172"/>
            <a:ext cx="142875" cy="1428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919537" y="2306644"/>
            <a:ext cx="200525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lang="en-IN" sz="1125" b="1" i="0" u="none" dirty="0">
                <a:solidFill>
                  <a:srgbClr val="FFFFFF"/>
                </a:solidFill>
                <a:latin typeface="Poppins"/>
              </a:rPr>
              <a:t>Data Processing &amp; Validation</a:t>
            </a:r>
            <a:endParaRPr sz="1125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38537" y="2904678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2DD4BF"/>
                </a:solidFill>
                <a:latin typeface="La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8537" y="3557438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2DD4BF"/>
                </a:solidFill>
                <a:latin typeface="Lato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8537" y="4210198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2DD4BF"/>
                </a:solidFill>
                <a:latin typeface="Lato"/>
              </a:rPr>
              <a:t>•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4612" y="2193875"/>
            <a:ext cx="180975" cy="14287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81800" y="2099816"/>
            <a:ext cx="1616295" cy="178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Alert Setup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72608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F59E0B"/>
                </a:solidFill>
                <a:latin typeface="Lato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37884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F59E0B"/>
                </a:solidFill>
                <a:latin typeface="Lato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0316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F59E0B"/>
                </a:solidFill>
                <a:latin typeface="Lato"/>
              </a:rPr>
              <a:t>•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05925" y="2193875"/>
            <a:ext cx="142875" cy="14287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644062" y="2099816"/>
            <a:ext cx="1720215" cy="178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Notification Dispatch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3062" y="272608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084FC"/>
                </a:solidFill>
                <a:latin typeface="Lato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3062" y="337884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084FC"/>
                </a:solidFill>
                <a:latin typeface="Lato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220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Lato</vt:lpstr>
      <vt:lpstr>Poppins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Tech Team</cp:lastModifiedBy>
  <cp:revision>2</cp:revision>
  <dcterms:created xsi:type="dcterms:W3CDTF">2013-01-27T09:14:16Z</dcterms:created>
  <dcterms:modified xsi:type="dcterms:W3CDTF">2026-07-28T11:48:19Z</dcterms:modified>
  <cp:category/>
</cp:coreProperties>
</file>