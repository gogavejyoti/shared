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2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5459" y="2362200"/>
            <a:ext cx="864108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FFFFFF"/>
                </a:solidFill>
                <a:latin typeface="Poppins"/>
              </a:rPr>
              <a:t>Workflow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52850"/>
            <a:ext cx="71437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Lato"/>
              </a:rPr>
              <a:t>Connecting background scheduled triggers, validation engines, and team collaboration channels into a seamless 24/7 service.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71403"/>
            <a:ext cx="11334750" cy="5534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5711" y="239690"/>
            <a:ext cx="9364532" cy="3714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Lato"/>
              </a:rPr>
              <a:t>24/7 Automated Reporting &amp; Anomaly Flowchart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49D9F5-6FEF-E51D-9FFA-E0267A56F892}"/>
              </a:ext>
            </a:extLst>
          </p:cNvPr>
          <p:cNvCxnSpPr/>
          <p:nvPr/>
        </p:nvCxnSpPr>
        <p:spPr>
          <a:xfrm>
            <a:off x="4016829" y="2808514"/>
            <a:ext cx="28302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423B17-D201-A115-167B-776EE1E57CBA}"/>
              </a:ext>
            </a:extLst>
          </p:cNvPr>
          <p:cNvCxnSpPr/>
          <p:nvPr/>
        </p:nvCxnSpPr>
        <p:spPr>
          <a:xfrm>
            <a:off x="7903034" y="2830284"/>
            <a:ext cx="28302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0B6175-8262-D859-05FB-4886A5A7F38C}"/>
              </a:ext>
            </a:extLst>
          </p:cNvPr>
          <p:cNvCxnSpPr/>
          <p:nvPr/>
        </p:nvCxnSpPr>
        <p:spPr>
          <a:xfrm>
            <a:off x="4005943" y="4419600"/>
            <a:ext cx="28302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ACA34F-56A0-49D6-05DE-EF9DD56D8D3C}"/>
              </a:ext>
            </a:extLst>
          </p:cNvPr>
          <p:cNvCxnSpPr/>
          <p:nvPr/>
        </p:nvCxnSpPr>
        <p:spPr>
          <a:xfrm>
            <a:off x="7903034" y="4408714"/>
            <a:ext cx="28302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038647"/>
            <a:ext cx="5524500" cy="33426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38647"/>
            <a:ext cx="5524500" cy="33426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2975" y="2276772"/>
            <a:ext cx="5010626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38BDF8"/>
                </a:solidFill>
                <a:latin typeface="Poppins"/>
              </a:rPr>
              <a:t>MS Teams Webhook Setup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850" y="2276772"/>
            <a:ext cx="496062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38BDF8"/>
                </a:solidFill>
                <a:latin typeface="Poppins"/>
              </a:rPr>
              <a:t>Multi-Channel Delivery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705397"/>
            <a:ext cx="5048250" cy="35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12" b="0" i="0" u="none">
                <a:solidFill>
                  <a:srgbClr val="94A3B8"/>
                </a:solidFill>
                <a:latin typeface="Lato"/>
              </a:rPr>
              <a:t>Segregated anomalies are dispatched according to severity and configured endpoint protocols: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77000" y="3274814"/>
          <a:ext cx="5029199" cy="150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6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33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642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Lato"/>
                        </a:rPr>
                        <a:t>Target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Lato"/>
                        </a:rPr>
                        <a:t>Integration 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Lato"/>
                        </a:rPr>
                        <a:t>Payload Format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642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Lato"/>
                        </a:rPr>
                        <a:t>MS Teams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Lato"/>
                        </a:rPr>
                        <a:t>Power Automate Webhook URL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Lato"/>
                        </a:rPr>
                        <a:t>Adaptive Cards / JSON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642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Lato"/>
                        </a:rPr>
                        <a:t>Cisco Webex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Lato"/>
                        </a:rPr>
                        <a:t>REST Webhook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Lato"/>
                        </a:rPr>
                        <a:t>Formatted Rich Cards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642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CBD5E1"/>
                          </a:solidFill>
                          <a:latin typeface="Lato"/>
                        </a:rPr>
                        <a:t>Outlook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Lato"/>
                        </a:rPr>
                        <a:t>SMTP / MS Graph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Lato"/>
                        </a:rPr>
                        <a:t>HTML Summary Digest Email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2324397"/>
            <a:ext cx="180975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350" y="2705397"/>
            <a:ext cx="48196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Lato"/>
              </a:rPr>
              <a:t>1. Group Permissioning:</a:t>
            </a:r>
            <a:r>
              <a:rPr sz="1050" b="0" i="0" u="none">
                <a:solidFill>
                  <a:srgbClr val="CBD5E1"/>
                </a:solidFill>
                <a:latin typeface="Lato"/>
              </a:rPr>
              <a:t> Obtain administrative access to target MS Teams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192958"/>
            <a:ext cx="48196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Lato"/>
              </a:rPr>
              <a:t>2. Power Automate Workflow:</a:t>
            </a:r>
            <a:r>
              <a:rPr sz="1050" b="0" i="0" u="none">
                <a:solidFill>
                  <a:srgbClr val="CBD5E1"/>
                </a:solidFill>
                <a:latin typeface="Lato"/>
              </a:rPr>
              <a:t> Create automated flow triggered by HTTP incoming requests.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680519"/>
            <a:ext cx="48196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Lato"/>
              </a:rPr>
              <a:t>3. Webhook URL Generation:</a:t>
            </a:r>
            <a:r>
              <a:rPr sz="1050" b="0" i="0" u="none">
                <a:solidFill>
                  <a:srgbClr val="CBD5E1"/>
                </a:solidFill>
                <a:latin typeface="Lato"/>
              </a:rPr>
              <a:t> Copy unique Webhook endpoint generated by Power Automate.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168080"/>
            <a:ext cx="48196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Lato"/>
              </a:rPr>
              <a:t>4. Bot Vault Integration:</a:t>
            </a:r>
            <a:r>
              <a:rPr sz="1050" b="0" i="0" u="none">
                <a:solidFill>
                  <a:srgbClr val="CBD5E1"/>
                </a:solidFill>
                <a:latin typeface="Lato"/>
              </a:rPr>
              <a:t> Save Webhook endpoint into background runner's secure configuration file.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4655641"/>
            <a:ext cx="48196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CBD5E1"/>
                </a:solidFill>
                <a:latin typeface="Lato"/>
              </a:rPr>
              <a:t>5. Automated Execution:</a:t>
            </a:r>
            <a:r>
              <a:rPr sz="1050" b="0" i="0" u="none">
                <a:solidFill>
                  <a:srgbClr val="CBD5E1"/>
                </a:solidFill>
                <a:latin typeface="Lato"/>
              </a:rPr>
              <a:t> Background program uses endpoint to send instant adaptive alert cards.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324397"/>
            <a:ext cx="228600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8626" y="310040"/>
            <a:ext cx="9096374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>
                <a:solidFill>
                  <a:srgbClr val="F8FAFC"/>
                </a:solidFill>
                <a:latin typeface="Lato"/>
              </a:rPr>
              <a:t>Webhook Configuration &amp; Channel Integration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2724447"/>
            <a:ext cx="10477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212008"/>
            <a:ext cx="104775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3699569"/>
            <a:ext cx="104775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187130"/>
            <a:ext cx="104775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674691"/>
            <a:ext cx="104775" cy="1333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486525" y="3648075"/>
            <a:ext cx="11261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12707" y="3648075"/>
            <a:ext cx="20096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22333" y="3648075"/>
            <a:ext cx="18933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86525" y="4021335"/>
            <a:ext cx="11261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12707" y="4021335"/>
            <a:ext cx="20096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622333" y="4021335"/>
            <a:ext cx="18933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86525" y="4394596"/>
            <a:ext cx="112618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12707" y="4394596"/>
            <a:ext cx="200962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622333" y="4394596"/>
            <a:ext cx="18933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162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Laxmikant</dc:creator>
  <cp:keywords/>
  <dc:description>generated using python-pptx</dc:description>
  <cp:lastModifiedBy>Tech Team</cp:lastModifiedBy>
  <cp:revision>2</cp:revision>
  <dcterms:created xsi:type="dcterms:W3CDTF">2013-01-27T09:14:16Z</dcterms:created>
  <dcterms:modified xsi:type="dcterms:W3CDTF">2026-07-28T10:26:02Z</dcterms:modified>
  <cp:category/>
</cp:coreProperties>
</file>